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23"/>
  </p:normalViewPr>
  <p:slideViewPr>
    <p:cSldViewPr snapToGrid="0">
      <p:cViewPr varScale="1">
        <p:scale>
          <a:sx n="93" d="100"/>
          <a:sy n="93" d="100"/>
        </p:scale>
        <p:origin x="58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E9BD64E8-34C0-8148-B183-008F5208DCDE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05E588FF-E81D-4341-8B65-44122381910F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9590800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D64E8-34C0-8148-B183-008F5208DCDE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588FF-E81D-4341-8B65-4412238191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4844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9BD64E8-34C0-8148-B183-008F5208DCDE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5E588FF-E81D-4341-8B65-44122381910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7533792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D64E8-34C0-8148-B183-008F5208DCDE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588FF-E81D-4341-8B65-4412238191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8475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D64E8-34C0-8148-B183-008F5208DCDE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588FF-E81D-4341-8B65-4412238191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4188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D64E8-34C0-8148-B183-008F5208DCDE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588FF-E81D-4341-8B65-4412238191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774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D64E8-34C0-8148-B183-008F5208DCDE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588FF-E81D-4341-8B65-4412238191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3922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9BD64E8-34C0-8148-B183-008F5208DCDE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5E588FF-E81D-4341-8B65-44122381910F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2846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9BD64E8-34C0-8148-B183-008F5208DCDE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5E588FF-E81D-4341-8B65-44122381910F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1549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D64E8-34C0-8148-B183-008F5208DCDE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588FF-E81D-4341-8B65-4412238191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5247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D64E8-34C0-8148-B183-008F5208DCDE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588FF-E81D-4341-8B65-4412238191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2069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E9BD64E8-34C0-8148-B183-008F5208DCDE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05E588FF-E81D-4341-8B65-44122381910F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0682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D438C0-7461-5FA6-5921-BFD947C2E0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Эмигранты Первой волны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68FF104-646E-8F2E-3D1D-9999499E57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Студент: Зуйкова Елизавета </a:t>
            </a:r>
          </a:p>
        </p:txBody>
      </p:sp>
    </p:spTree>
    <p:extLst>
      <p:ext uri="{BB962C8B-B14F-4D97-AF65-F5344CB8AC3E}">
        <p14:creationId xmlns:p14="http://schemas.microsoft.com/office/powerpoint/2010/main" val="4071580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7ED88A-996A-0990-FF4C-6A91889CF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Врангель Пётр Николаевич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888CC7-3B36-358E-93A4-2C28C6509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27017"/>
            <a:ext cx="6151418" cy="5001491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 Краткая биография</a:t>
            </a:r>
          </a:p>
          <a:p>
            <a:pPr marL="0" indent="0">
              <a:buNone/>
            </a:pPr>
            <a:r>
              <a:rPr lang="ru-RU" dirty="0"/>
              <a:t>	Пётр Николаевич Врангель (1878-1928) — русский военный деятель, генерал-лейтенант, один из главных руководителей Белого движения во время Гражданской войны. Окончил Горный институт. И Николаевское кавалерийское училище. Участник Русско-японской и Первой мировой войн. В 1920 году — главнокомандующий Русской армией в Крыму.</a:t>
            </a:r>
          </a:p>
          <a:p>
            <a:r>
              <a:rPr lang="ru-RU" dirty="0"/>
              <a:t> Причины эмиграции</a:t>
            </a:r>
          </a:p>
          <a:p>
            <a:pPr marL="0" indent="0">
              <a:buNone/>
            </a:pPr>
            <a:r>
              <a:rPr lang="ru-RU" dirty="0"/>
              <a:t>	Активный участник Белого движения, противник советской власти. После поражения Белой армии эвакуировался из Крыма.</a:t>
            </a:r>
          </a:p>
          <a:p>
            <a:r>
              <a:rPr lang="ru-RU" dirty="0"/>
              <a:t> В каких странах проживал</a:t>
            </a:r>
          </a:p>
          <a:p>
            <a:pPr marL="0" indent="0">
              <a:buNone/>
            </a:pPr>
            <a:r>
              <a:rPr lang="ru-RU" dirty="0"/>
              <a:t>	Турция, Югославия, Бельгия</a:t>
            </a:r>
          </a:p>
          <a:p>
            <a:r>
              <a:rPr lang="ru-RU" dirty="0"/>
              <a:t>Где похоронен</a:t>
            </a:r>
          </a:p>
          <a:p>
            <a:pPr marL="0" indent="0">
              <a:buNone/>
            </a:pPr>
            <a:r>
              <a:rPr lang="ru-RU" dirty="0"/>
              <a:t>	Белград, Сербия (кладбище Святой Троицы)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558F692-B255-2BA0-8A6B-2949F6D66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9868" y="1427017"/>
            <a:ext cx="4178300" cy="435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553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9732DD-8DEC-6742-868D-B8D9FEB46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Вернадский Георгий Владимирович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C8F5B7-D599-FB7D-59C3-C9E7F6CC3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37856"/>
            <a:ext cx="6317673" cy="4890654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Краткая биография</a:t>
            </a:r>
          </a:p>
          <a:p>
            <a:pPr marL="0" indent="0">
              <a:buNone/>
            </a:pPr>
            <a:r>
              <a:rPr lang="ru-RU" dirty="0"/>
              <a:t>	Георгий Владимирович Вернадский (1887-1973) — русский и американский историк, сын В.И. Вернадского. Профессор Йельского университета, один из основателей евразийства. Автор фундаментальных трудов по истории России.</a:t>
            </a:r>
          </a:p>
          <a:p>
            <a:r>
              <a:rPr lang="ru-RU" dirty="0"/>
              <a:t>Причины эмиграции</a:t>
            </a:r>
          </a:p>
          <a:p>
            <a:pPr marL="0" indent="0">
              <a:buNone/>
            </a:pPr>
            <a:r>
              <a:rPr lang="ru-RU" dirty="0"/>
              <a:t>	Неприятие советской власти, научная деятельность за границей. Покинул Россию в 1920 году.</a:t>
            </a:r>
          </a:p>
          <a:p>
            <a:r>
              <a:rPr lang="ru-RU" dirty="0"/>
              <a:t>В каких странах проживал</a:t>
            </a:r>
          </a:p>
          <a:p>
            <a:pPr marL="0" indent="0">
              <a:buNone/>
            </a:pPr>
            <a:r>
              <a:rPr lang="ru-RU" dirty="0"/>
              <a:t>	Греция, Чехословакия, США</a:t>
            </a:r>
          </a:p>
          <a:p>
            <a:r>
              <a:rPr lang="ru-RU" dirty="0"/>
              <a:t>Где похоронен</a:t>
            </a:r>
          </a:p>
          <a:p>
            <a:pPr marL="0" indent="0">
              <a:buNone/>
            </a:pPr>
            <a:r>
              <a:rPr lang="ru-RU" dirty="0"/>
              <a:t>	Нью-</a:t>
            </a:r>
            <a:r>
              <a:rPr lang="ru-RU" dirty="0" err="1"/>
              <a:t>Хэйвен</a:t>
            </a:r>
            <a:r>
              <a:rPr lang="ru-RU" dirty="0"/>
              <a:t>, штат Коннектикут, США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39E876A-4E8D-6C9C-E2D3-D79275B607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9273" y="1811483"/>
            <a:ext cx="420370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584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FD9F3A-115B-35B9-9F5D-AB77EED0A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Виноградский Сергей Николаевич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9456FD-5533-7461-1097-F14EDF6FB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10145"/>
            <a:ext cx="6331527" cy="5112328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Краткая биография</a:t>
            </a:r>
          </a:p>
          <a:p>
            <a:pPr marL="0" indent="0">
              <a:buNone/>
            </a:pPr>
            <a:r>
              <a:rPr lang="ru-RU" dirty="0"/>
              <a:t>	Сергей Николаевич Виноградский (1856-1953) — выдающийся микробиолог, почвовед, первооткрыватель хемосинтеза. Основатель экологической микробиологии. Член-корреспондент Петербургской академии наук.</a:t>
            </a:r>
          </a:p>
          <a:p>
            <a:r>
              <a:rPr lang="ru-RU" dirty="0"/>
              <a:t>Причины эмиграции</a:t>
            </a:r>
          </a:p>
          <a:p>
            <a:pPr marL="0" indent="0">
              <a:buNone/>
            </a:pPr>
            <a:r>
              <a:rPr lang="ru-RU" dirty="0"/>
              <a:t>	Научная работа за границей, несогласие с политикой советской власти в науке. Покинул Россию в 1922 году.</a:t>
            </a:r>
          </a:p>
          <a:p>
            <a:r>
              <a:rPr lang="ru-RU" dirty="0"/>
              <a:t>В каких странах проживал</a:t>
            </a:r>
          </a:p>
          <a:p>
            <a:pPr marL="0" indent="0">
              <a:buNone/>
            </a:pPr>
            <a:r>
              <a:rPr lang="ru-RU" dirty="0"/>
              <a:t>	Франция</a:t>
            </a:r>
          </a:p>
          <a:p>
            <a:r>
              <a:rPr lang="ru-RU" dirty="0"/>
              <a:t>Где похоронен</a:t>
            </a:r>
          </a:p>
          <a:p>
            <a:pPr marL="0" indent="0">
              <a:buNone/>
            </a:pPr>
            <a:r>
              <a:rPr lang="ru-RU" dirty="0"/>
              <a:t>	Бри-Конт-Робер, Франция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2FFB0B6-E1E4-98F6-1C68-2BCFBB311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3127" y="1510145"/>
            <a:ext cx="4216400" cy="435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251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B4C437-461A-0286-C146-4DA203ED4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Абрикосов Дмитрий Иванович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E5A933-0813-8FFA-F49F-63F54A017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10145"/>
            <a:ext cx="6082145" cy="4987637"/>
          </a:xfrm>
        </p:spPr>
        <p:txBody>
          <a:bodyPr/>
          <a:lstStyle/>
          <a:p>
            <a:r>
              <a:rPr lang="ru-RU" dirty="0"/>
              <a:t>Краткая биография</a:t>
            </a:r>
          </a:p>
          <a:p>
            <a:pPr marL="0" indent="0">
              <a:buNone/>
            </a:pPr>
            <a:r>
              <a:rPr lang="ru-RU" dirty="0"/>
              <a:t>	Дмитрий Иванович Абрикосов (1876-1951) — русский дипломат, камергер. Служил в российских посольствах в Пекине и Токио. Автор мемуаров о дипломатической службе.</a:t>
            </a:r>
          </a:p>
          <a:p>
            <a:r>
              <a:rPr lang="ru-RU" dirty="0"/>
              <a:t>Причины эмиграции</a:t>
            </a:r>
          </a:p>
          <a:p>
            <a:pPr marL="0" indent="0">
              <a:buNone/>
            </a:pPr>
            <a:r>
              <a:rPr lang="ru-RU" dirty="0"/>
              <a:t>	Неприятие советской власти, невозможность продолжения дипломатической службы после революции.</a:t>
            </a:r>
          </a:p>
          <a:p>
            <a:r>
              <a:rPr lang="ru-RU" dirty="0"/>
              <a:t>В каких странах проживал</a:t>
            </a:r>
          </a:p>
          <a:p>
            <a:pPr marL="0" indent="0">
              <a:buNone/>
            </a:pPr>
            <a:r>
              <a:rPr lang="ru-RU" dirty="0"/>
              <a:t>	Китай, Япония, США</a:t>
            </a:r>
          </a:p>
          <a:p>
            <a:r>
              <a:rPr lang="ru-RU" dirty="0"/>
              <a:t>Где похоронен</a:t>
            </a:r>
          </a:p>
          <a:p>
            <a:pPr marL="0" indent="0">
              <a:buNone/>
            </a:pPr>
            <a:r>
              <a:rPr lang="ru-RU" dirty="0"/>
              <a:t>	Пало-Альто, штат Калифорния, США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70881F6-563C-72CD-031F-610B7D0D5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0818" y="1720850"/>
            <a:ext cx="4216400" cy="433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680588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Уголки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Уголки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{1703CE92-6070-E34F-8228-C8072FB5E6A1}tf10001072</Template>
  <TotalTime>16</TotalTime>
  <Words>319</Words>
  <Application>Microsoft Macintosh PowerPoint</Application>
  <PresentationFormat>Широкоэкранный</PresentationFormat>
  <Paragraphs>38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7" baseType="lpstr">
      <vt:lpstr>Franklin Gothic Book</vt:lpstr>
      <vt:lpstr>Уголки</vt:lpstr>
      <vt:lpstr>Эмигранты Первой волны</vt:lpstr>
      <vt:lpstr>Врангель Пётр Николаевич </vt:lpstr>
      <vt:lpstr>Вернадский Георгий Владимирович </vt:lpstr>
      <vt:lpstr>Виноградский Сергей Николаевич </vt:lpstr>
      <vt:lpstr>Абрикосов Дмитрий Иванович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eliza20062006@yandex.ru</dc:creator>
  <cp:lastModifiedBy>eliza20062006@yandex.ru</cp:lastModifiedBy>
  <cp:revision>1</cp:revision>
  <dcterms:created xsi:type="dcterms:W3CDTF">2025-11-28T20:52:40Z</dcterms:created>
  <dcterms:modified xsi:type="dcterms:W3CDTF">2025-11-28T21:09:12Z</dcterms:modified>
</cp:coreProperties>
</file>